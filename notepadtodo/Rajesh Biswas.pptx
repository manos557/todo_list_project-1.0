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9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>
        <p:guide orient="horz" pos="1620"/>
        <p:guide pos="2880"/>
        <p:guide orient="horz" pos="1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3879c37e4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1" name="Google Shape;141;g313879c37e4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3879c37e4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0" name="Google Shape;150;g313879c37e4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3879c37e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9" name="Google Shape;159;g313879c37e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3879c37e4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8" name="Google Shape;168;g313879c37e4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753ad84c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8" name="Google Shape;178;g31753ad84c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044275" y="98850"/>
            <a:ext cx="6099600" cy="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rPr lang="en-US" dirty="0"/>
              <a:t>Smart Notepad &amp; Priority Todo List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692027" y="1255855"/>
            <a:ext cx="45105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000" dirty="0"/>
              <a:t>A C-Based Task Management System</a:t>
            </a:r>
          </a:p>
        </p:txBody>
      </p:sp>
      <p:sp>
        <p:nvSpPr>
          <p:cNvPr id="136" name="Google Shape;136;p13"/>
          <p:cNvSpPr txBox="1"/>
          <p:nvPr/>
        </p:nvSpPr>
        <p:spPr>
          <a:xfrm>
            <a:off x="3377375" y="1994700"/>
            <a:ext cx="2236772" cy="13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 -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Rajesh Biswas</a:t>
            </a:r>
            <a:endParaRPr sz="16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Sajeeb Debnath</a:t>
            </a:r>
            <a:endParaRPr sz="16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6816675" y="1994699"/>
            <a:ext cx="2138100" cy="1588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to -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</a:rPr>
              <a:t>Md </a:t>
            </a:r>
            <a:r>
              <a:rPr lang="en-US" sz="1200" b="1" dirty="0" err="1">
                <a:solidFill>
                  <a:schemeClr val="lt1"/>
                </a:solidFill>
              </a:rPr>
              <a:t>Samsuddoha</a:t>
            </a:r>
            <a:endParaRPr sz="12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lt1"/>
                </a:solidFill>
              </a:rPr>
              <a:t>Assistant Professor</a:t>
            </a:r>
            <a:endParaRPr sz="1200" b="1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highlight>
                  <a:schemeClr val="dk1"/>
                </a:highlight>
              </a:rPr>
              <a:t>Department of computer science and engineering,</a:t>
            </a:r>
            <a:endParaRPr sz="1200" dirty="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highlight>
                  <a:schemeClr val="dk1"/>
                </a:highlight>
              </a:rPr>
              <a:t>University of Barisal.</a:t>
            </a:r>
            <a:endParaRPr sz="1200" dirty="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900" b="1" dirty="0">
              <a:solidFill>
                <a:schemeClr val="lt1"/>
              </a:solidFill>
              <a:highlight>
                <a:srgbClr val="000000"/>
              </a:highlight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575" y="2571750"/>
            <a:ext cx="1503000" cy="150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rPr lang="en-US" sz="3200" dirty="0">
                <a:highlight>
                  <a:schemeClr val="dk1"/>
                </a:highlight>
              </a:rPr>
              <a:t>Introduction</a:t>
            </a:r>
            <a:br>
              <a:rPr lang="en-US" sz="3200" dirty="0">
                <a:highlight>
                  <a:schemeClr val="dk1"/>
                </a:highlight>
              </a:rPr>
            </a:br>
            <a:endParaRPr dirty="0"/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1"/>
          </p:nvPr>
        </p:nvSpPr>
        <p:spPr>
          <a:xfrm>
            <a:off x="4320475" y="1640649"/>
            <a:ext cx="4765500" cy="22148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350" dirty="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lang="en-US" sz="1400" dirty="0">
                <a:highlight>
                  <a:schemeClr val="dk1"/>
                </a:highlight>
              </a:rPr>
              <a:t>a C-Based Notepad &amp; Task Management System</a:t>
            </a:r>
          </a:p>
          <a:p>
            <a:pPr marL="0" indent="0">
              <a:buNone/>
            </a:pPr>
            <a:endParaRPr sz="1350" dirty="0">
              <a:latin typeface="Arial"/>
              <a:ea typeface="Arial"/>
              <a:cs typeface="Arial"/>
              <a:sym typeface="Arial"/>
            </a:endParaRPr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1400" dirty="0"/>
              <a:t>• Console-based productivity tool</a:t>
            </a:r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1400" dirty="0"/>
              <a:t>• Combines notepad + priority Todo list</a:t>
            </a:r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1400" dirty="0"/>
              <a:t>• Built in C using data structures</a:t>
            </a:r>
          </a:p>
        </p:txBody>
      </p:sp>
      <p:pic>
        <p:nvPicPr>
          <p:cNvPr id="147" name="Google Shape;14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000" y="4118700"/>
            <a:ext cx="648000" cy="64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B25A47-394B-1E39-C000-8F4970BE9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00" y="1485156"/>
            <a:ext cx="4209175" cy="2350495"/>
          </a:xfrm>
          <a:prstGeom prst="rect">
            <a:avLst/>
          </a:prstGeom>
        </p:spPr>
      </p:pic>
      <p:sp>
        <p:nvSpPr>
          <p:cNvPr id="4" name="Google Shape;187;p18">
            <a:extLst>
              <a:ext uri="{FF2B5EF4-FFF2-40B4-BE49-F238E27FC236}">
                <a16:creationId xmlns:a16="http://schemas.microsoft.com/office/drawing/2014/main" id="{62B61300-244B-2052-E935-CB164F075EE1}"/>
              </a:ext>
            </a:extLst>
          </p:cNvPr>
          <p:cNvSpPr txBox="1"/>
          <p:nvPr/>
        </p:nvSpPr>
        <p:spPr>
          <a:xfrm>
            <a:off x="8262000" y="4766700"/>
            <a:ext cx="882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Rajesh &amp; Sajeeb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2593950" y="254200"/>
            <a:ext cx="5193300" cy="9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rPr lang="en-US" dirty="0"/>
              <a:t>Why This Project?</a:t>
            </a: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4572000" y="1458125"/>
            <a:ext cx="4572000" cy="24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endParaRPr lang="en-US" sz="2400" dirty="0"/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r>
              <a:rPr lang="en-US" sz="3600" dirty="0"/>
              <a:t>• Real-world usability</a:t>
            </a:r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endParaRPr lang="en-US" sz="3600" dirty="0"/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r>
              <a:rPr lang="en-US" sz="3600" dirty="0"/>
              <a:t>• Practice Linked Lists &amp; Heaps</a:t>
            </a:r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endParaRPr lang="en-US" sz="3600" dirty="0"/>
          </a:p>
          <a:p>
            <a:pPr marL="146050" indent="0">
              <a:buNone/>
              <a:defRPr sz="2000">
                <a:solidFill>
                  <a:srgbClr val="E2E8F0"/>
                </a:solidFill>
              </a:defRPr>
            </a:pPr>
            <a:r>
              <a:rPr lang="en-US" sz="3600" dirty="0"/>
              <a:t>• File Management in C</a:t>
            </a:r>
          </a:p>
        </p:txBody>
      </p:sp>
      <p:pic>
        <p:nvPicPr>
          <p:cNvPr id="156" name="Google Shape;1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000" y="4118700"/>
            <a:ext cx="648000" cy="64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80193F-97B8-1D7E-29E7-3375451E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99" y="1458124"/>
            <a:ext cx="4571999" cy="3313101"/>
          </a:xfrm>
          <a:prstGeom prst="rect">
            <a:avLst/>
          </a:prstGeom>
        </p:spPr>
      </p:pic>
      <p:sp>
        <p:nvSpPr>
          <p:cNvPr id="4" name="Google Shape;187;p18">
            <a:extLst>
              <a:ext uri="{FF2B5EF4-FFF2-40B4-BE49-F238E27FC236}">
                <a16:creationId xmlns:a16="http://schemas.microsoft.com/office/drawing/2014/main" id="{8B6A7111-5D74-B426-7C13-9F323A4EAB98}"/>
              </a:ext>
            </a:extLst>
          </p:cNvPr>
          <p:cNvSpPr txBox="1"/>
          <p:nvPr/>
        </p:nvSpPr>
        <p:spPr>
          <a:xfrm>
            <a:off x="8262000" y="4766700"/>
            <a:ext cx="882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Rajesh &amp; Sajeeb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1796700" y="494725"/>
            <a:ext cx="5550599" cy="815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rPr lang="en-US" sz="3200" dirty="0"/>
              <a:t>Data Structure: Notepad</a:t>
            </a:r>
          </a:p>
        </p:txBody>
      </p:sp>
      <p:sp>
        <p:nvSpPr>
          <p:cNvPr id="162" name="Google Shape;162;p16"/>
          <p:cNvSpPr txBox="1"/>
          <p:nvPr/>
        </p:nvSpPr>
        <p:spPr>
          <a:xfrm>
            <a:off x="5664792" y="1813983"/>
            <a:ext cx="3365013" cy="209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000" dirty="0"/>
              <a:t>• Linked List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endParaRPr lang="en-US" sz="20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000" dirty="0"/>
              <a:t>• Dynamic memory usage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endParaRPr lang="en-US" sz="20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000" dirty="0"/>
              <a:t>• Fast insertion &amp; deletion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000" y="4118700"/>
            <a:ext cx="648000" cy="64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A8E24C-9726-45D8-5099-E87E4C15F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" y="1599274"/>
            <a:ext cx="2880044" cy="2094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69BD17-EB5A-D4BA-B225-FFF86DB61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494" y="1599274"/>
            <a:ext cx="2804721" cy="214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FAE37-8E6B-A2B7-154A-9D4A54C9F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22" y="3840519"/>
            <a:ext cx="4429743" cy="1114581"/>
          </a:xfrm>
          <a:prstGeom prst="rect">
            <a:avLst/>
          </a:prstGeom>
        </p:spPr>
      </p:pic>
      <p:sp>
        <p:nvSpPr>
          <p:cNvPr id="8" name="Google Shape;187;p18">
            <a:extLst>
              <a:ext uri="{FF2B5EF4-FFF2-40B4-BE49-F238E27FC236}">
                <a16:creationId xmlns:a16="http://schemas.microsoft.com/office/drawing/2014/main" id="{78FC433F-F414-D57E-7A38-496CC5203010}"/>
              </a:ext>
            </a:extLst>
          </p:cNvPr>
          <p:cNvSpPr txBox="1"/>
          <p:nvPr/>
        </p:nvSpPr>
        <p:spPr>
          <a:xfrm>
            <a:off x="8262000" y="4766700"/>
            <a:ext cx="882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Rajesh &amp; Sajeeb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1602300" y="3768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rPr lang="en-US" sz="3200" dirty="0"/>
              <a:t>Data Structure: Todo List</a:t>
            </a:r>
          </a:p>
        </p:txBody>
      </p:sp>
      <p:sp>
        <p:nvSpPr>
          <p:cNvPr id="172" name="Google Shape;172;p17"/>
          <p:cNvSpPr txBox="1"/>
          <p:nvPr/>
        </p:nvSpPr>
        <p:spPr>
          <a:xfrm>
            <a:off x="4876423" y="1692344"/>
            <a:ext cx="4660500" cy="22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6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400" dirty="0"/>
              <a:t>• Min-Heap / Priority Queue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endParaRPr lang="en-US" sz="24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400" dirty="0"/>
              <a:t>• O(1) highest priority access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endParaRPr lang="en-US" sz="2400"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lang="en-US" sz="2400" dirty="0"/>
              <a:t>• O(log n) insert/delete</a:t>
            </a:r>
          </a:p>
        </p:txBody>
      </p:sp>
      <p:pic>
        <p:nvPicPr>
          <p:cNvPr id="175" name="Google Shape;1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000" y="4118700"/>
            <a:ext cx="648000" cy="64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896D0-E87F-8578-951D-6E9CD15E4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00"/>
            <a:ext cx="4765287" cy="3535128"/>
          </a:xfrm>
          <a:prstGeom prst="rect">
            <a:avLst/>
          </a:prstGeom>
        </p:spPr>
      </p:pic>
      <p:sp>
        <p:nvSpPr>
          <p:cNvPr id="7" name="Google Shape;187;p18">
            <a:extLst>
              <a:ext uri="{FF2B5EF4-FFF2-40B4-BE49-F238E27FC236}">
                <a16:creationId xmlns:a16="http://schemas.microsoft.com/office/drawing/2014/main" id="{CFCE322C-865D-A952-9FEB-152316676BD7}"/>
              </a:ext>
            </a:extLst>
          </p:cNvPr>
          <p:cNvSpPr txBox="1"/>
          <p:nvPr/>
        </p:nvSpPr>
        <p:spPr>
          <a:xfrm>
            <a:off x="8262000" y="4766700"/>
            <a:ext cx="882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Rajesh &amp; Sajeeb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1418867" y="529658"/>
            <a:ext cx="409727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5300" dirty="0">
                <a:highlight>
                  <a:srgbClr val="351C75"/>
                </a:highlight>
              </a:rPr>
              <a:t>Conclusion -</a:t>
            </a:r>
            <a:endParaRPr b="1" dirty="0">
              <a:highlight>
                <a:srgbClr val="351C75"/>
              </a:highlight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000" y="4118700"/>
            <a:ext cx="648000" cy="648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8262000" y="4766700"/>
            <a:ext cx="882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Rajesh &amp; Sajeeb</a:t>
            </a:r>
            <a:endParaRPr sz="8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A8B2B-1B3D-7745-7082-6AB8AB5BB25B}"/>
              </a:ext>
            </a:extLst>
          </p:cNvPr>
          <p:cNvSpPr txBox="1"/>
          <p:nvPr/>
        </p:nvSpPr>
        <p:spPr>
          <a:xfrm>
            <a:off x="297366" y="1525534"/>
            <a:ext cx="427463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dirty="0"/>
              <a:t>• Demonstrates power of C</a:t>
            </a: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dirty="0"/>
              <a:t>• Efficient use of data structures</a:t>
            </a:r>
            <a:endParaRPr lang="en-US" dirty="0"/>
          </a:p>
          <a:p>
            <a:pPr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defRPr sz="2000">
                <a:solidFill>
                  <a:srgbClr val="E2E8F0"/>
                </a:solidFill>
              </a:defRPr>
            </a:pPr>
            <a:r>
              <a:rPr dirty="0"/>
              <a:t>• Practical productivity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168</Words>
  <Application>Microsoft Office PowerPoint</Application>
  <PresentationFormat>On-screen Show (16:9)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Montserrat</vt:lpstr>
      <vt:lpstr>Arial</vt:lpstr>
      <vt:lpstr>Lato</vt:lpstr>
      <vt:lpstr>Focus</vt:lpstr>
      <vt:lpstr>Smart Notepad &amp; Priority Todo List</vt:lpstr>
      <vt:lpstr>Introduction </vt:lpstr>
      <vt:lpstr>Why This Project?</vt:lpstr>
      <vt:lpstr>Data Structure: Notepad</vt:lpstr>
      <vt:lpstr>Data Structure: Todo List</vt:lpstr>
      <vt:lpstr>Conclusion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</dc:title>
  <cp:lastModifiedBy>Rajesh Biswas</cp:lastModifiedBy>
  <cp:revision>2</cp:revision>
  <dcterms:modified xsi:type="dcterms:W3CDTF">2026-02-17T18:32:46Z</dcterms:modified>
</cp:coreProperties>
</file>